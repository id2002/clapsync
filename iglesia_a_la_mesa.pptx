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QUE DIOS TE LLAMÓ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ESTE TIEMPO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mesa puede convertirse en un lugar de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discipulado, servicio y comunidad.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líderes  ·  Iglesia a la Mesa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llamado a la restauración comunitaria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de "Iglesia a la Mesa" responde a una crisis real: la falta de comunidad y la desintegración de las relaciones auténticas.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original de la iglesia no era un auditorio. Era una simple mesa.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81304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0332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una Mesa no es dirigir un grupo pequeño genérico: es convertirse en agente de restauración comunitaria.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86460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75488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hogar está llamado a ser un lugar donde la gracia de Dios ilumina a otros.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y para quién es este curso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práctica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gerenciar la dinámica del grupo, facilitar la comunidad y estructurar estudios bíblicos que enfaticen la aplicación a la vida.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doctrinal y de visión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3796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cada líder de Mesa esté en unidad con la visión y la doctrina fundamental de la iglesia, jalando la cuerda en la misma dirección.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fe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fundamentos no negociables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"Iglesia a la Mesa" se fundamenta sobre doctrinas centrales, inamovibles y no negociables. Todo líder de Mesa debe creer y ser capaz de enseñar estas cuatro verdades.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606040"/>
            <a:ext cx="10134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salvación es solo por fe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383280"/>
            <a:ext cx="10134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Trinidad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4160520"/>
            <a:ext cx="10134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arrebatamiento y la vida eterna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937760"/>
            <a:ext cx="10134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dones del Espíritu, vigentes hoy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salvación es solo por 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salvación es un acto de la gracia de Dios: no se gana con obras, méritos personales o rituales religiosos.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recibe únicamente a través de la fe en la persona y obra de Jesucristo.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49040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i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“Porque por gracia ustedes han sido salvados por medio de la fe, y esto no procede de ustedes, sino que es don de Dios; no por obras, para que nadie se gloríe.”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Efesios 2:8-9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Dios en tres personas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Dios que existe eternamente en tres Personas co-iguales y co-eternas: el Padre, el Hijo y el Espíritu Santo.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bautismo de Jesús las tres Personas actúan a la vez: el Hijo es bautizado, el Espíritu desciende y el Padre habla desde el cielo.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Trinidad es el modelo de comunidad: una comunión que siempre hace espacio para el otro. Es el reflejo que buscamos en cada Mesa.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Vivimos con la esperanza de su venida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 eterna comienza en el momento de la salvación y culmina en una resurrección futura.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Creemos en el arrebatamiento: la resurrección de los que murieron en Cristo, junto con los vivos, al encuentro del Señor en el aire.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esperanza bienaventurada da urgencia a la etapa misionera de cada reunión de Mesa.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Tesalonicenses 4:16-17   ·   Tito 2:13   ·   1 Corintios 15:51-52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dones del Espíritu siguen vigentes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Creemos en el continuismo: los dones del Espíritu (sanidad, lenguas, milagros, profecía) siguen operando hoy.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y Felipe, sin ser apóstoles, obraban señales y prodigios (Hechos 6:8; 8:6-7).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instruyó a toda la iglesia de Corinto a procurar estos dones (1 Corintios 14:39).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Mesa continuista no solo habla de Dios: espera que actúe.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doctrina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fe, unidad de pensamiento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fe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doctrinas fundamentales que salvan: la Trinidad, la deidad de Cristo, la salvación por fe. La comparten calvinistas y arminianos por igual.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pensamiento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3796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alineación teológica dentro de la iglesia local sobre asuntos que no determinan la salvación, pero sí la metodología y el enfoque del ministerio.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postura: soberanía divina y libre albedrío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Depravación total y gracia preveniente: Dios extiende su gracia a todos, capacitando a cada persona para responder al evangelio.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condicional: Dios elige en base a su conocimiento previo de quién responderá libremente a su gracia.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Expiación ilimitada: Cristo murió por todos, sin excepción; la salvación está disponible para toda la humanidad.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 resistible: la gracia capacita, pero no coacciona; puede ser rechazada.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53675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2578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condicional: la salvación se sostiene mediante una fe continua.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enseñamos el determinismo en la Mesa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Enseñar la expiación limitada contradice la invitación genuina que ofrecemos en cada Mesa.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Enseñar la gracia irresistible contradice el llamado a decidir por Cristo.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determinismo socava la urgencia evangelística y la hospitalidad radical de "Iglesia a la Mesa".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pecado pensar diferente. Pero por unidad y claridad, esta postura no se enseña en el liderazgo de Mesa.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Corrientes del cristianismo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categorías principales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Denominaciones históricas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Nacidas directamente de la Reforma Protestante o movimientos posteriores, definidas por su teología, estructura de gobierno y confesiones de fe.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194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E2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Movimientos de renovación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37960" y="3108960"/>
            <a:ext cx="4343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Corrientes transversales que cruzan distintas denominaciones y se enfocan en la experiencia y las manifestaciones del Espíritu Santo.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Luterana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siglo XVI, Alemania — iniciada por Martín Lutero.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Significado: es la cuna de la Reforma Protestante.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principal: las "Cinco Solas", especialmente Sola Fide y Sola Gratia — la salvación solo por la fe y solo por la gracia.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culto: litúrgico y formal; conserva el Bautismo y la Santa Cena como medios por los que Dios actúa.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Presbiteriana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siglo XVI, Escocia y Suiza — influenciada por Juan Calvino y John Knox.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Significado: su nombre proviene del griego presbyteros ("anciano"), su forma de gobierno.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principal: teología reformada; la soberanía absoluta de Dios y la doctrina de la elección.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culto: estructurado y sobrio, centrado en la exposición bíblica y gobernado por un consejo de ancianos.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Bautista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siglo XVII, Inglaterra y Holanda.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Significado: su nombre proviene de su postura sobre el bautismo.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principal: bautismo de creyentes por inmersión, autonomía de cada iglesia local y separación entre Iglesia y Estado.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culto: menos litúrgico, centrado en el sermón, el evangelismo y la lectura bíblica.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Pentecostal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principios del siglo XX — el avivamiento de la Calle Azusa (Estados Unidos, 1906).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Significado: hace referencia a la fiesta de Pentecostés (Hechos 2), cuando el Espíritu Santo descendió sobre los discípulos.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principal: el bautismo en el Espíritu Santo como experiencia posterior a la conversión, con las lenguas como señal inicial; milagros, sanidad y profecía vigentes hoy.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culto: expresivo y espontáneo, con música contemporánea y participación comunitaria activa.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Carismática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décadas de 1960 y 1970.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Significado: proviene del griego charisma, "don de gracia".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principal: los dones del Espíritu (lenguas, profecía, sanidad), sin exigir las lenguas como única prueba del bautismo; presente en iglesias tradicionales e independientes.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culto: contemporáneo, centrado en la alabanza moderna y la ministración espiritual directa.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Cuadro comparativo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448056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834640"/>
                <a:gridCol w="356616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GOBIERNO DE LA IGLESIA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POSTURA SOBRE EL BAUTISMO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ÉNFASIS EN LOS DONES DEL ESPÍRITU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Luterana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Episcopal o consistorial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Infantes y adultos (gracia de Dios)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enfatiza lenguas ni profecía actuales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Presbiteriana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Consejo de ancianos (presbiterio)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Infantes y adultos (pacto)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Cesacionista o moderada; prioriza el orden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Bautista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Congregacional (autónoma)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creyentes (inmersión)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Varía: de cesacionista a continuista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Pentecostal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Varía según la denominación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creyentes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Central: lenguas, milagros, sanidad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Varía (transdenominacional)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la iglesia de 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Alto: experimentar los dones hoy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Iglesia a la Mesa — Capacitación de líderes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2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241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MESA, LA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DE DIOS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ESTE TIEMPO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Comunidad, discipulado y hospitalidad: la teología que sostiene cada silla disponible en tu mesa.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líderes  ·  Iglesia a la Mesa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2026-08-16T14:17:52Z</dcterms:created>
  <dcterms:modified xsi:type="dcterms:W3CDTF">2026-08-16T14:17:52Z</dcterms:modified>
</cp:coreProperties>
</file>